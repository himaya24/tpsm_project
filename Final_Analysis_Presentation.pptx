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91b5cd8435353f047f6555c51136995728c148e3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c8aaaff38622a389f43644504dd10f21bf64327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d2c85cd127d05c3f85648ca003ca9bfc790c6bde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Preprocessing Impact on ML Accuracy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A Comprehensive Analytics Study
FIFA 21 Dataset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Raw data contains strings, inconsistent units, and noise.
Machine learning models fail to capture signals from uncleaned data.
Impact: Low accuracy and high bias.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1. Quantify accuracy gain (R2).
2. Reduce predictive error (RMSE).
3. Prove statistical significance (P-values).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Data 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- Currency cleaning (Value/Wage symbols removed).
- Height/Weight unit standardization.
- IQR-based Outlier removal.
- Categorical encoding &amp; Z-score scaling.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Descriptive: Distribution Impact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Inferential: Statistical Proof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Predictive Results (R2 Comparison)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Final Verdict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Hypothesis ACCEPTED.
Preprocessing led to a massive reduction in error (RMSE).
Statistically significant proof (p &lt; 0.05) across all models.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2026-04-17T15:29:28Z</dcterms:modified>
  <cp:category/>
</cp:coreProperties>
</file>